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7B2FF7"/>
                </a:solidFill>
              </a:defRPr>
            </a:pPr>
            <a:r>
              <a:t>🛡️ SnapRedact AI</a:t>
            </a:r>
          </a:p>
          <a:p>
            <a:pPr algn="ctr">
              <a:defRPr sz="2000">
                <a:solidFill>
                  <a:srgbClr val="8892B0"/>
                </a:solidFill>
              </a:defRPr>
            </a:pPr>
            <a:r>
              <a:t>On-Device PII Redaction &amp; Document Privacy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400">
                <a:solidFill>
                  <a:srgbClr val="A0A0C0"/>
                </a:solidFill>
              </a:defRPr>
            </a:pPr>
            <a:r>
              <a:t>A V U Pushyami Reddy</a:t>
            </a:r>
          </a:p>
          <a:p>
            <a:pPr algn="ctr">
              <a:defRPr sz="1400">
                <a:solidFill>
                  <a:srgbClr val="A0A0C0"/>
                </a:solidFill>
              </a:defRPr>
            </a:pPr>
            <a:r>
              <a:t>pushyamireddy4533@gmail.com</a:t>
            </a:r>
          </a:p>
          <a:p>
            <a:pPr algn="ctr">
              <a:defRPr sz="1400">
                <a:solidFill>
                  <a:srgbClr val="A0A0C0"/>
                </a:solidFill>
              </a:defRPr>
            </a:pPr>
          </a:p>
          <a:p>
            <a:pPr algn="ctr">
              <a:defRPr sz="1400">
                <a:solidFill>
                  <a:srgbClr val="A0A0C0"/>
                </a:solidFill>
              </a:defRPr>
            </a:pPr>
            <a:r>
              <a:t>Snapdragon® AI Lab Build &amp; Present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53935"/>
                </a:solidFill>
              </a:defRPr>
            </a:pPr>
            <a:r>
              <a:t>⚡ Powered by Snapdragon NPU | Qualcomm AI 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B2FF7"/>
                </a:solidFill>
              </a:defRPr>
            </a:pPr>
            <a:r>
              <a:t>📋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81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 b="1">
                <a:solidFill>
                  <a:srgbClr val="00D2FF"/>
                </a:solidFill>
              </a:defRPr>
            </a:pPr>
            <a:r>
              <a:t>The PII Challenge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Organizations handle thousands of sensitive documents daily</a:t>
            </a:r>
          </a:p>
          <a:p>
            <a:pPr lvl="2">
              <a:spcBef>
                <a:spcPts val="300"/>
              </a:spcBef>
              <a:defRPr sz="1200">
                <a:solidFill>
                  <a:srgbClr val="A0A0C0"/>
                </a:solidFill>
              </a:defRPr>
            </a:pPr>
            <a:r>
              <a:t>  - Employee records, customer data, medical forms, financial docs</a:t>
            </a:r>
          </a:p>
          <a:p>
            <a:pPr>
              <a:spcBef>
                <a:spcPts val="800"/>
              </a:spcBef>
            </a:pP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Before sharing, PII must be identified and removed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00D2FF"/>
                </a:solidFill>
              </a:defRPr>
            </a:pPr>
            <a:r>
              <a:t>Current Solutions Have Critical Flaws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☁️  Cloud-based tools → Data leaves your device → Privacy risk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✋  Manual redaction → Slow, expensive, error-prone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🇮🇳  Most tools don't support Indian PII (Aadhaar, PAN)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C0C0D0"/>
                </a:solidFill>
              </a:defRPr>
            </a:pPr>
            <a:r>
              <a:t>India's DPDPA 2023 mandates strict personal data handling.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B2FF7"/>
                </a:solidFill>
              </a:defRPr>
            </a:pPr>
            <a:r>
              <a:t>🛡️ Our Solution: SnapRedact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81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 b="1">
                <a:solidFill>
                  <a:srgbClr val="00D2FF"/>
                </a:solidFill>
              </a:defRPr>
            </a:pPr>
            <a:r>
              <a:t>AI-powered PII detection &amp; redaction — 100% on your Snapdragon laptop</a:t>
            </a:r>
          </a:p>
          <a:p>
            <a:pPr>
              <a:spcBef>
                <a:spcPts val="800"/>
              </a:spcBef>
            </a:pP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🔒  Zero data leakage — nothing leaves your device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🤖  Dual AI engine — BERT NER + Smart Regex patterns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🇮🇳  India-first — detects Aadhaar, PAN, Indian phone numbers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📄  Multi-format — handles TXT, PDF, DOCX, PNG, JPG files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⚡  Fast — Snapdragon NPU-accelerated inference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🖼️  OCR — reads scanned documents and images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📊  Visual dashboard with real-time detection statistics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💾  Export redacted docs in multiple formats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B2FF7"/>
                </a:solidFill>
              </a:defRPr>
            </a:pPr>
            <a:r>
              <a:t>🏗️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81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 b="1">
                <a:solidFill>
                  <a:srgbClr val="00D2FF"/>
                </a:solidFill>
              </a:defRPr>
            </a:pPr>
            <a:r>
              <a:t>Pipeline: Document → Text → PII Detection → Redaction → Export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00D2FF"/>
                </a:solidFill>
              </a:defRPr>
            </a:pPr>
            <a:r>
              <a:t>Two Detection Methods Combined:</a:t>
            </a:r>
          </a:p>
          <a:p>
            <a:pPr>
              <a:spcBef>
                <a:spcPts val="800"/>
              </a:spcBef>
            </a:pP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🤖  BERT NER (AI Model) — dslim/bert-base-NER</a:t>
            </a:r>
          </a:p>
          <a:p>
            <a:pPr lvl="2">
              <a:spcBef>
                <a:spcPts val="300"/>
              </a:spcBef>
              <a:defRPr sz="1200">
                <a:solidFill>
                  <a:srgbClr val="A0A0C0"/>
                </a:solidFill>
              </a:defRPr>
            </a:pPr>
            <a:r>
              <a:t>  - Understands language context</a:t>
            </a:r>
          </a:p>
          <a:p>
            <a:pPr lvl="2">
              <a:spcBef>
                <a:spcPts val="300"/>
              </a:spcBef>
              <a:defRPr sz="1200">
                <a:solidFill>
                  <a:srgbClr val="A0A0C0"/>
                </a:solidFill>
              </a:defRPr>
            </a:pPr>
            <a:r>
              <a:t>  - Detects: Person Names, Organizations, Locations</a:t>
            </a:r>
          </a:p>
          <a:p>
            <a:pPr lvl="2">
              <a:spcBef>
                <a:spcPts val="300"/>
              </a:spcBef>
              <a:defRPr sz="1200">
                <a:solidFill>
                  <a:srgbClr val="A0A0C0"/>
                </a:solidFill>
              </a:defRPr>
            </a:pPr>
            <a:r>
              <a:t>  - Confidence scores for each detection</a:t>
            </a:r>
          </a:p>
          <a:p>
            <a:pPr>
              <a:spcBef>
                <a:spcPts val="800"/>
              </a:spcBef>
            </a:pP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🔍  Regex Pattern Engine</a:t>
            </a:r>
          </a:p>
          <a:p>
            <a:pPr lvl="2">
              <a:spcBef>
                <a:spcPts val="300"/>
              </a:spcBef>
              <a:defRPr sz="1200">
                <a:solidFill>
                  <a:srgbClr val="A0A0C0"/>
                </a:solidFill>
              </a:defRPr>
            </a:pPr>
            <a:r>
              <a:t>  - Matches structured PII formats</a:t>
            </a:r>
          </a:p>
          <a:p>
            <a:pPr lvl="2">
              <a:spcBef>
                <a:spcPts val="300"/>
              </a:spcBef>
              <a:defRPr sz="1200">
                <a:solidFill>
                  <a:srgbClr val="A0A0C0"/>
                </a:solidFill>
              </a:defRPr>
            </a:pPr>
            <a:r>
              <a:t>  - Detects: Aadhaar, PAN, Email, Phone, Credit Card, DOB, IP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C0C0D0"/>
                </a:solidFill>
              </a:defRPr>
            </a:pPr>
            <a:r>
              <a:t>Results merged and deduplicated for comprehensive coverage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B2FF7"/>
                </a:solidFill>
              </a:defRPr>
            </a:pPr>
            <a:r>
              <a:t>⚡ Snapdragon NPU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81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 b="1">
                <a:solidFill>
                  <a:srgbClr val="00D2FF"/>
                </a:solidFill>
              </a:defRPr>
            </a:pPr>
            <a:r>
              <a:t>Why On-Device AI on Snapdragon?</a:t>
            </a:r>
          </a:p>
          <a:p>
            <a:pPr>
              <a:spcBef>
                <a:spcPts val="800"/>
              </a:spcBef>
            </a:pP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ONNX Runtime → Automatically leverages Snapdragon NPU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On-device BERT inference → Zero cloud API calls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Low latency → Near real-time detection for large documents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Works completely offline → No internet dependency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00D2FF"/>
                </a:solidFill>
              </a:defRPr>
            </a:pPr>
            <a:r>
              <a:t>Privacy + Performance = Snapdragon's Unique Value</a:t>
            </a:r>
          </a:p>
          <a:p>
            <a:pPr>
              <a:spcBef>
                <a:spcPts val="800"/>
              </a:spcBef>
            </a:pP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Process sensitive documents on a flight ✈️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Work in remote areas with no connectivity 🏔️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Comply with data localization requirements 🔒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C0C0D0"/>
                </a:solidFill>
              </a:defRPr>
            </a:pPr>
            <a:r>
              <a:t>Model loaded once, cached across sessions for instant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B2FF7"/>
                </a:solidFill>
              </a:defRPr>
            </a:pPr>
            <a:r>
              <a:t>🇮🇳 Indian PII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81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 b="1">
                <a:solidFill>
                  <a:srgbClr val="00D2FF"/>
                </a:solidFill>
              </a:defRPr>
            </a:pPr>
            <a:r>
              <a:t>Built for India — 11+ PII Types Detected</a:t>
            </a:r>
          </a:p>
          <a:p>
            <a:pPr>
              <a:spcBef>
                <a:spcPts val="800"/>
              </a:spcBef>
            </a:pP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Aadhaar Number → Format: XXXX XXXX XXXX (12 digits)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PAN Number → Format: ABCDE1234F (5 letters + 4 digits + 1 letter)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Indian Phone → +91-XXXXXXXXXX, 0XX-XXXXXXXX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Indian Passport → Format: X1234567 (letter + 7 digits)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00D2FF"/>
                </a:solidFill>
              </a:defRPr>
            </a:pPr>
            <a:r>
              <a:t>Plus Universal PII: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Email addresses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Credit card numbers (16-digit)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Dates of birth (DD/MM/YYYY, YYYY-MM-DD)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IP Addresses (IPv4)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Organization names, Person names, Locations (via NER)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B2FF7"/>
                </a:solidFill>
              </a:defRPr>
            </a:pPr>
            <a:r>
              <a:t>🔧 Technical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81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 b="1">
                <a:solidFill>
                  <a:srgbClr val="00D2FF"/>
                </a:solidFill>
              </a:defRPr>
            </a:pPr>
            <a:r>
              <a:t>Core AI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AI Model: BERT NER (dslim/bert-base-NER) — 110M parameters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Runtime: ONNX Runtime with Snapdragon NPU acceleration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NLP: Hugging Face Transformers library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00D2FF"/>
                </a:solidFill>
              </a:defRPr>
            </a:pPr>
            <a:r>
              <a:t>Document Processing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OCR: Tesseract OCR + PIL image preprocessing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PDF: PyMuPDF (text extraction + image rendering)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DOCX: python-docx (XML parsing)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00D2FF"/>
                </a:solidFill>
              </a:defRPr>
            </a:pPr>
            <a:r>
              <a:t>Application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UI: Streamlit (Python web framework)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Language: Python 3.11+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Deployment: pip install + streamlit run (2 commands)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B2FF7"/>
                </a:solidFill>
              </a:defRPr>
            </a:pPr>
            <a:r>
              <a:t>🖥️ Application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81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 b="1">
                <a:solidFill>
                  <a:srgbClr val="00D2FF"/>
                </a:solidFill>
              </a:defRPr>
            </a:pPr>
            <a:r>
              <a:t>Beautiful, Interactive Dashboard</a:t>
            </a:r>
          </a:p>
          <a:p>
            <a:pPr>
              <a:spcBef>
                <a:spcPts val="800"/>
              </a:spcBef>
            </a:pP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📁 Upload files via drag-and-drop or paste text directly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📊 Real-time statistics: Total PII found, AI vs Pattern counts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🔎 Detailed entity table with type, confidence, and source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📄 Side-by-side: Original vs Redacted comparison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💾 One-click export: TXT, DOCX, or JSON report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00D2FF"/>
                </a:solidFill>
              </a:defRPr>
            </a:pPr>
            <a:r>
              <a:t>Premium Dark Theme UI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Gradient accents and animated hover effects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Color-coded PII type tags for instant visual scanning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Responsive layout works on any screen size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C0C0D0"/>
                </a:solidFill>
              </a:defRPr>
            </a:pPr>
            <a:r>
              <a:t>(See live demo or screenshots in GitHub repository)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B2FF7"/>
                </a:solidFill>
              </a:defRPr>
            </a:pPr>
            <a:r>
              <a:t>🔮 Impact &amp; 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81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 b="1">
                <a:solidFill>
                  <a:srgbClr val="00D2FF"/>
                </a:solidFill>
              </a:defRPr>
            </a:pPr>
            <a:r>
              <a:t>Impact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Compliance: Helps organizations comply with DPDPA 2023, GDPR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Privacy: Demonstrates on-device AI for sensitive data tasks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Accessibility: Zero cost, no cloud account, works offline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00D2FF"/>
                </a:solidFill>
              </a:defRPr>
            </a:pPr>
            <a:r>
              <a:t>Future Roadmap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🖼️  Image PII redaction — visual masking on scanned documents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🌐  Multi-language support — Hindi, Telugu, Tamil NER models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📦  Batch processing for enterprise document workflows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🔄  ONNX model export via Qualcomm AI Hub for direct NPU execution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🔌  FastAPI endpoint for integration with enterprise tools</a:t>
            </a:r>
          </a:p>
          <a:p>
            <a:pPr lvl="1">
              <a:spcBef>
                <a:spcPts val="600"/>
              </a:spcBef>
              <a:defRPr sz="1400">
                <a:solidFill>
                  <a:srgbClr val="E0E0E0"/>
                </a:solidFill>
              </a:defRPr>
            </a:pPr>
            <a:r>
              <a:t>• 📱  Snapdragon mobile deployment for on-the-go redaction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7B2FF7"/>
                </a:solidFill>
              </a:defRPr>
            </a:pPr>
            <a:r>
              <a:t>🛡️ SnapRedact AI</a:t>
            </a:r>
          </a:p>
          <a:p>
            <a:pPr algn="ctr">
              <a:defRPr sz="2000">
                <a:solidFill>
                  <a:srgbClr val="8892B0"/>
                </a:solidFill>
              </a:defRPr>
            </a:pPr>
            <a:r>
              <a:t>Your documents, your device, your privacy.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400">
                <a:solidFill>
                  <a:srgbClr val="A0A0C0"/>
                </a:solidFill>
              </a:defRPr>
            </a:pPr>
            <a:r>
              <a:t>A V U Pushyami Reddy</a:t>
            </a:r>
          </a:p>
          <a:p>
            <a:pPr algn="ctr">
              <a:defRPr sz="1400">
                <a:solidFill>
                  <a:srgbClr val="A0A0C0"/>
                </a:solidFill>
              </a:defRPr>
            </a:pPr>
            <a:r>
              <a:t>pushyamireddy4533@gmail.com</a:t>
            </a:r>
          </a:p>
          <a:p>
            <a:pPr algn="ctr">
              <a:defRPr sz="1400">
                <a:solidFill>
                  <a:srgbClr val="A0A0C0"/>
                </a:solidFill>
              </a:defRPr>
            </a:pPr>
          </a:p>
          <a:p>
            <a:pPr algn="ctr">
              <a:defRPr sz="1400">
                <a:solidFill>
                  <a:srgbClr val="A0A0C0"/>
                </a:solidFill>
              </a:defRPr>
            </a:pPr>
            <a:r>
              <a:t>Snapdragon® AI Lab Build &amp; Present Challenge 2026</a:t>
            </a:r>
          </a:p>
          <a:p>
            <a:pPr algn="ctr">
              <a:defRPr sz="1400">
                <a:solidFill>
                  <a:srgbClr val="A0A0C0"/>
                </a:solidFill>
              </a:defRPr>
            </a:pPr>
          </a:p>
          <a:p>
            <a:pPr algn="ctr">
              <a:defRPr sz="1400">
                <a:solidFill>
                  <a:srgbClr val="A0A0C0"/>
                </a:solidFill>
              </a:defRPr>
            </a:pPr>
            <a:r>
              <a:t>🛡️ SnapRedact AI — 100% On-Device PII Redaction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53935"/>
                </a:solidFill>
              </a:defRPr>
            </a:pPr>
            <a:r>
              <a:t>⚡ Powered by Snapdragon NPU | Qualcomm AI 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